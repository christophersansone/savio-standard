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Let the tagline sit for a beat before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9105" y="685800"/>
            <a:ext cx="914400" cy="91440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seedling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7121" y="81381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745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PARENT-LED MOVEMENT FOR CATHOLIC GRADE SCHOOLS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Savio Standard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31520" y="3703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antidote to drifting Catholic school culture.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5760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is the standard, not the goal.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wind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4" y="703174"/>
            <a:ext cx="559613" cy="559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40080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600200" y="1691640"/>
            <a:ext cx="9921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Catholic grade schools promise a community formed by the Gospel. Many families experience something else: social aggression that persists, a school office asked to carry burdens it was never built for, and the kindest families quietly leaving.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600200" y="324612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down to three missing things: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600200" y="38404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3EEE2"/>
          </a:solidFill>
          <a:ln/>
        </p:spPr>
      </p:sp>
      <p:sp>
        <p:nvSpPr>
          <p:cNvPr id="8" name="Text 5"/>
          <p:cNvSpPr/>
          <p:nvPr/>
        </p:nvSpPr>
        <p:spPr>
          <a:xfrm>
            <a:off x="1783080" y="38404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standards &amp; expectations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983480" y="38404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3EEE2"/>
          </a:solidFill>
          <a:ln/>
        </p:spPr>
      </p:sp>
      <p:sp>
        <p:nvSpPr>
          <p:cNvPr id="10" name="Text 7"/>
          <p:cNvSpPr/>
          <p:nvPr/>
        </p:nvSpPr>
        <p:spPr>
          <a:xfrm>
            <a:off x="5166360" y="38404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language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66760" y="38404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3EEE2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38404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playbooks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#1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shared standards &amp; expectations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37360" y="2514600"/>
            <a:ext cx="8714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 is treated as an aspiration to celebrate, not a standard to expect — something we hope for, not something we hold each other to.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37360" y="397764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unattainable goal, not an enforced floor.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#2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shared language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737360" y="2514600"/>
            <a:ext cx="8714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“Drama” is a word that hides everything. Without shared words for conflict vs. bullying, bystander vs. upstander, or flipping the script, conversations between parents default to denial or reversal — and drive everyone back to the school office.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#3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tools &amp; playbooks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737360" y="2514600"/>
            <a:ext cx="8714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4CB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conflict actually happens, there is no defined process — just a parking-lot confrontation or an email to the principal, and no middle option that actually works.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Savio Standard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280160" y="3337560"/>
            <a:ext cx="9628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Parent-led. Independent of school administration. Never adversarial.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4251960"/>
            <a:ext cx="8714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organizes parents directly to build the three things missing — without asking the school for permission, budget, or policy change.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handshake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5105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94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GAP #1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expectations of parents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554480" y="1691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Family Covenant — one page, signed as a household, renewed every year.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23774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43400" y="237744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as the floor, not an aspiration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30358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43400" y="303580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child is capable of harm — I will listen and thank the parent who tells me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554480" y="369417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Directness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43400" y="369417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go privately to the family, never to the group chat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554480" y="43525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43400" y="435254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repair at home, every time, whether or not the school acts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comments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5105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94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GAP #2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language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554480" y="1691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Glossary — turning “drama” into specific, discussable behavior.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23774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vs. bullying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92040" y="237744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disagreement between equals vs. repeated harm with a power imbalance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30358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Bystander / upstander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92040" y="3035808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who stays silent vs. the one who steps 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54480" y="369417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Flipping the script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92040" y="3694176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kid deserved it” — naming the reversal in advance disarms 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43525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58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pile-on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92040" y="4352544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Group-chat aggression, visible to parents who choose to look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bookopen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5105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94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GAP #3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Formation: tools &amp; playbooks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554480" y="178308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eight-session parent formation series, covering relational aggression, digital childhood, and the hard conversation — with live role-play.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Parent-to-Parent Protocol: exactly how to approach another parent, how to receive one, and what to do when it gets stuck — with scripts.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shield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5105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94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CARRY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554480" y="1874520"/>
            <a:ext cx="4709160" cy="3566160"/>
          </a:xfrm>
          <a:prstGeom prst="roundRect">
            <a:avLst>
              <a:gd name="adj" fmla="val 2051"/>
            </a:avLst>
          </a:prstGeom>
          <a:solidFill>
            <a:srgbClr val="131F33"/>
          </a:solidFill>
          <a:ln/>
        </p:spPr>
      </p:sp>
      <p:sp>
        <p:nvSpPr>
          <p:cNvPr id="7" name="Text 4"/>
          <p:cNvSpPr/>
          <p:nvPr/>
        </p:nvSpPr>
        <p:spPr>
          <a:xfrm>
            <a:off x="1874520" y="2148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Homeroom Hosts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74520" y="2697480"/>
            <a:ext cx="4069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families per room who keep the culture alive at ground level: every family known and welcomed, the shared language in use, early signs of trouble noticed while still small.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4709160" cy="3566160"/>
          </a:xfrm>
          <a:prstGeom prst="roundRect">
            <a:avLst>
              <a:gd name="adj" fmla="val 2051"/>
            </a:avLst>
          </a:prstGeom>
          <a:solidFill>
            <a:srgbClr val="131F33"/>
          </a:solidFill>
          <a:ln/>
        </p:spPr>
      </p:sp>
      <p:sp>
        <p:nvSpPr>
          <p:cNvPr id="10" name="Text 7"/>
          <p:cNvSpPr/>
          <p:nvPr/>
        </p:nvSpPr>
        <p:spPr>
          <a:xfrm>
            <a:off x="6720840" y="2148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Facilitators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720840" y="2697480"/>
            <a:ext cx="4069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volunteers who host a structured, confidential conversation when direct contact fails — no verdicts, no records, just a repair plan both families agree to.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8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SAVIO STANDARD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9105" y="1371600"/>
            <a:ext cx="914400" cy="914400"/>
          </a:xfrm>
          <a:prstGeom prst="ellipse">
            <a:avLst/>
          </a:prstGeom>
          <a:solidFill>
            <a:srgbClr val="1B2A44"/>
          </a:solidFill>
          <a:ln/>
        </p:spPr>
      </p:sp>
      <p:pic>
        <p:nvPicPr>
          <p:cNvPr id="3" name="Image 0" descr="icons/seedling_C9A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7121" y="149961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606040"/>
            <a:ext cx="10177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005840" y="3703320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 is the standard, not the goal.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5840" y="58064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saviostandard.org  ·  Sign the Family Covenant  ·  Join the founding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2026-07-22T21:44:54Z</dcterms:created>
  <dcterms:modified xsi:type="dcterms:W3CDTF">2026-07-22T21:44:54Z</dcterms:modified>
</cp:coreProperties>
</file>